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4" r:id="rId10"/>
    <p:sldId id="268" r:id="rId11"/>
    <p:sldId id="271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1728" y="-6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E1C66-D315-4888-B0EB-061FBF8569D7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C555A-E52D-4B62-A76C-46E6968ADB2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 more info on vertices</a:t>
            </a:r>
            <a:r>
              <a:rPr lang="en-US" baseline="0" dirty="0" smtClean="0"/>
              <a:t> and edges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C555A-E52D-4B62-A76C-46E6968ADB2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9B455E44-9EB5-44F4-A7B5-583536C576FE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4098B471-BFA0-4CD3-981C-82595DA8E9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City Map Editor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Information and specifications (Version 1, 31 Jan 2009)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1035" name="Picture 11" descr="D:\Desktop\JooKoo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371600"/>
            <a:ext cx="7010400" cy="5257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 Specifications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Taken from street directory.com, Google map</a:t>
            </a:r>
          </a:p>
          <a:p>
            <a:r>
              <a:rPr lang="en-US" dirty="0" smtClean="0"/>
              <a:t>Can use any top view map (In theory)</a:t>
            </a:r>
          </a:p>
          <a:p>
            <a:r>
              <a:rPr lang="en-US" dirty="0" smtClean="0"/>
              <a:t>Size: 1024 x 768</a:t>
            </a:r>
          </a:p>
          <a:p>
            <a:r>
              <a:rPr lang="en-US" dirty="0" smtClean="0"/>
              <a:t>Resolution 72 dpi</a:t>
            </a:r>
          </a:p>
          <a:p>
            <a:r>
              <a:rPr lang="en-US" dirty="0" smtClean="0"/>
              <a:t>Single direction traffic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 access Route &amp; Direction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D:\Desktop\JooKoon.jpg"/>
          <p:cNvPicPr>
            <a:picLocks noChangeAspect="1" noChangeArrowheads="1"/>
          </p:cNvPicPr>
          <p:nvPr/>
        </p:nvPicPr>
        <p:blipFill>
          <a:blip r:embed="rId2"/>
          <a:srcRect t="2457" b="20382"/>
          <a:stretch>
            <a:fillRect/>
          </a:stretch>
        </p:blipFill>
        <p:spPr bwMode="auto">
          <a:xfrm>
            <a:off x="762000" y="1447800"/>
            <a:ext cx="8032031" cy="46482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838200" y="6364069"/>
            <a:ext cx="3871573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Note: Image is cropped to show 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5400" y="2362200"/>
            <a:ext cx="457200" cy="1524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Simulation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6364069"/>
            <a:ext cx="3871573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Note: Image is cropped to show details</a:t>
            </a:r>
          </a:p>
        </p:txBody>
      </p:sp>
      <p:pic>
        <p:nvPicPr>
          <p:cNvPr id="3074" name="Picture 2" descr="D:\Desktop\JooKoon.jpg"/>
          <p:cNvPicPr>
            <a:picLocks noChangeAspect="1" noChangeArrowheads="1"/>
          </p:cNvPicPr>
          <p:nvPr/>
        </p:nvPicPr>
        <p:blipFill>
          <a:blip r:embed="rId2"/>
          <a:srcRect t="2018" b="22982"/>
          <a:stretch>
            <a:fillRect/>
          </a:stretch>
        </p:blipFill>
        <p:spPr bwMode="auto">
          <a:xfrm>
            <a:off x="762000" y="1466850"/>
            <a:ext cx="8229600" cy="46291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Legend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4419600" y="4648200"/>
            <a:ext cx="3955256" cy="1676400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 anchorCtr="0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>
              <a:buNone/>
            </a:pPr>
            <a:r>
              <a:rPr lang="en-US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Buses</a:t>
            </a:r>
            <a:endParaRPr lang="en-US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pic>
        <p:nvPicPr>
          <p:cNvPr id="4098" name="Picture 2" descr="D:\Desktop\Bus (2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7856" y="4876800"/>
            <a:ext cx="914400" cy="1291620"/>
          </a:xfrm>
          <a:prstGeom prst="rect">
            <a:avLst/>
          </a:prstGeom>
          <a:noFill/>
        </p:spPr>
      </p:pic>
      <p:pic>
        <p:nvPicPr>
          <p:cNvPr id="4099" name="Picture 3" descr="D:\Desktop\Bus (1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03256" y="5181600"/>
            <a:ext cx="812800" cy="698500"/>
          </a:xfrm>
          <a:prstGeom prst="rect">
            <a:avLst/>
          </a:prstGeom>
          <a:noFill/>
        </p:spPr>
      </p:pic>
      <p:sp>
        <p:nvSpPr>
          <p:cNvPr id="12" name="Content Placeholder 7"/>
          <p:cNvSpPr txBox="1">
            <a:spLocks/>
          </p:cNvSpPr>
          <p:nvPr/>
        </p:nvSpPr>
        <p:spPr>
          <a:xfrm>
            <a:off x="381000" y="1905000"/>
            <a:ext cx="2590800" cy="452596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>
            <a:norm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41148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/>
              <a:buNone/>
              <a:tabLst/>
              <a:defRPr/>
            </a:pPr>
            <a:r>
              <a:rPr kumimoji="0" lang="en-US" sz="2800" b="1" i="0" u="none" strike="noStrike" kern="1200" normalizeH="0" baseline="0" noProof="0" dirty="0" smtClean="0">
                <a:ln w="50800"/>
                <a:solidFill>
                  <a:schemeClr val="bg1">
                    <a:shade val="50000"/>
                  </a:schemeClr>
                </a:solidFill>
                <a:uLnTx/>
                <a:uFillTx/>
                <a:latin typeface="+mn-lt"/>
                <a:ea typeface="+mn-ea"/>
                <a:cs typeface="+mn-cs"/>
              </a:rPr>
              <a:t>Traffic Lights</a:t>
            </a:r>
            <a:endParaRPr kumimoji="0" lang="en-US" sz="2800" b="1" i="0" u="none" strike="noStrike" kern="1200" normalizeH="0" baseline="0" noProof="0" dirty="0">
              <a:ln w="50800"/>
              <a:solidFill>
                <a:schemeClr val="bg1">
                  <a:shade val="50000"/>
                </a:schemeClr>
              </a:solidFill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2" name="Picture 6" descr="D:\Downloads\Traffic Light\Traffic Light\Two Way\Traffic Light (UD Green LR Red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2590800"/>
            <a:ext cx="1016000" cy="1066800"/>
          </a:xfrm>
          <a:prstGeom prst="rect">
            <a:avLst/>
          </a:prstGeom>
          <a:noFill/>
        </p:spPr>
      </p:pic>
      <p:pic>
        <p:nvPicPr>
          <p:cNvPr id="4103" name="Picture 7" descr="D:\Downloads\Traffic Light\Traffic Light\Two Way\Traffic Light (LR Green UP Red)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28800" y="2590800"/>
            <a:ext cx="1016000" cy="1066800"/>
          </a:xfrm>
          <a:prstGeom prst="rect">
            <a:avLst/>
          </a:prstGeom>
          <a:noFill/>
        </p:spPr>
      </p:pic>
      <p:pic>
        <p:nvPicPr>
          <p:cNvPr id="4104" name="Picture 8" descr="D:\Downloads\Traffic Light\Traffic Light\T Junction\Traffic Light (Tway LR Red M Green)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9600" y="3962400"/>
            <a:ext cx="1016000" cy="1066800"/>
          </a:xfrm>
          <a:prstGeom prst="rect">
            <a:avLst/>
          </a:prstGeom>
          <a:noFill/>
        </p:spPr>
      </p:pic>
      <p:pic>
        <p:nvPicPr>
          <p:cNvPr id="4105" name="Picture 9" descr="D:\Downloads\Traffic Light\Traffic Light\T Junction\Traffic Light (Tway LR Green M Red)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828800" y="3886200"/>
            <a:ext cx="1016000" cy="1066800"/>
          </a:xfrm>
          <a:prstGeom prst="rect">
            <a:avLst/>
          </a:prstGeom>
          <a:noFill/>
        </p:spPr>
      </p:pic>
      <p:sp>
        <p:nvSpPr>
          <p:cNvPr id="19" name="Content Placeholder 7"/>
          <p:cNvSpPr txBox="1">
            <a:spLocks/>
          </p:cNvSpPr>
          <p:nvPr/>
        </p:nvSpPr>
        <p:spPr>
          <a:xfrm>
            <a:off x="5334000" y="2057400"/>
            <a:ext cx="1752600" cy="1676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>
            <a:norm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41148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/>
              <a:buNone/>
              <a:tabLst/>
              <a:defRPr/>
            </a:pPr>
            <a:r>
              <a:rPr kumimoji="0" lang="en-US" sz="2800" b="1" i="0" u="none" strike="noStrike" kern="1200" normalizeH="0" baseline="0" noProof="0" dirty="0" smtClean="0">
                <a:ln w="50800"/>
                <a:solidFill>
                  <a:schemeClr val="bg1">
                    <a:shade val="50000"/>
                  </a:schemeClr>
                </a:solidFill>
                <a:uLnTx/>
                <a:uFillTx/>
                <a:latin typeface="+mn-lt"/>
                <a:ea typeface="+mn-ea"/>
                <a:cs typeface="+mn-cs"/>
              </a:rPr>
              <a:t>Bus Stop</a:t>
            </a:r>
            <a:endParaRPr kumimoji="0" lang="en-US" sz="2800" b="1" i="0" u="none" strike="noStrike" kern="1200" normalizeH="0" baseline="0" noProof="0" dirty="0">
              <a:ln w="50800"/>
              <a:solidFill>
                <a:schemeClr val="bg1">
                  <a:shade val="50000"/>
                </a:schemeClr>
              </a:solidFill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6" name="Picture 10" descr="D:\University\Academic\CPE207\resources\bus stop design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715000" y="2514600"/>
            <a:ext cx="1016000" cy="1066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Dictionary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2011680"/>
          <a:ext cx="4267200" cy="362712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133600"/>
                <a:gridCol w="2133600"/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Name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Data</a:t>
                      </a:r>
                      <a:r>
                        <a:rPr lang="en-US" sz="2800" baseline="0" dirty="0" smtClean="0"/>
                        <a:t> type</a:t>
                      </a:r>
                      <a:endParaRPr lang="en-US" sz="2800" dirty="0"/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Map Id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Integer</a:t>
                      </a:r>
                      <a:endParaRPr lang="en-US" sz="2800" dirty="0"/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Map</a:t>
                      </a:r>
                      <a:r>
                        <a:rPr lang="en-US" sz="2800" baseline="0" dirty="0" smtClean="0"/>
                        <a:t> Name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String</a:t>
                      </a:r>
                      <a:endParaRPr lang="en-US" sz="2800" dirty="0"/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Map Image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Image File</a:t>
                      </a:r>
                      <a:endParaRPr lang="en-US" sz="2800" dirty="0"/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Road Data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Binary</a:t>
                      </a:r>
                      <a:endParaRPr lang="en-US" sz="2800" dirty="0"/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Route</a:t>
                      </a:r>
                      <a:r>
                        <a:rPr lang="en-US" sz="2800" baseline="0" dirty="0" smtClean="0"/>
                        <a:t> Data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Binary</a:t>
                      </a:r>
                      <a:endParaRPr lang="en-US" sz="2800" dirty="0"/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Traffic Light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Binary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 </a:t>
            </a:r>
            <a:r>
              <a:rPr lang="en-US" dirty="0" smtClean="0"/>
              <a:t>Data: Graph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Represented in the form of  directed graph</a:t>
            </a:r>
          </a:p>
          <a:p>
            <a:r>
              <a:rPr lang="en-US" dirty="0" smtClean="0"/>
              <a:t>Vertices contains  info at intersections</a:t>
            </a:r>
          </a:p>
          <a:p>
            <a:r>
              <a:rPr lang="en-US" dirty="0" smtClean="0"/>
              <a:t>Edges contains info on road segments</a:t>
            </a:r>
          </a:p>
          <a:p>
            <a:r>
              <a:rPr lang="en-US" dirty="0" smtClean="0"/>
              <a:t>Using Adjacency List to represent graph</a:t>
            </a:r>
          </a:p>
          <a:p>
            <a:r>
              <a:rPr lang="en-US" dirty="0" smtClean="0"/>
              <a:t>Contains start and end Node id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D:\Desktop\JooKoon.jpg"/>
          <p:cNvPicPr>
            <a:picLocks noChangeAspect="1" noChangeArrowheads="1"/>
          </p:cNvPicPr>
          <p:nvPr/>
        </p:nvPicPr>
        <p:blipFill>
          <a:blip r:embed="rId2"/>
          <a:srcRect t="4167" b="25000"/>
          <a:stretch>
            <a:fillRect/>
          </a:stretch>
        </p:blipFill>
        <p:spPr bwMode="auto">
          <a:xfrm>
            <a:off x="76200" y="1600200"/>
            <a:ext cx="8991600" cy="477678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 Data: </a:t>
            </a:r>
            <a:r>
              <a:rPr lang="en-US" sz="2800" dirty="0" smtClean="0"/>
              <a:t>Graphical Representation</a:t>
            </a:r>
            <a:endParaRPr lang="en-US" sz="2800" dirty="0"/>
          </a:p>
        </p:txBody>
      </p:sp>
      <p:grpSp>
        <p:nvGrpSpPr>
          <p:cNvPr id="73" name="Group 72"/>
          <p:cNvGrpSpPr/>
          <p:nvPr/>
        </p:nvGrpSpPr>
        <p:grpSpPr>
          <a:xfrm>
            <a:off x="838200" y="2286000"/>
            <a:ext cx="8305800" cy="4114800"/>
            <a:chOff x="838200" y="2286000"/>
            <a:chExt cx="8305800" cy="4114800"/>
          </a:xfrm>
        </p:grpSpPr>
        <p:sp>
          <p:nvSpPr>
            <p:cNvPr id="5" name="Oval 4"/>
            <p:cNvSpPr/>
            <p:nvPr/>
          </p:nvSpPr>
          <p:spPr>
            <a:xfrm>
              <a:off x="838200" y="41910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8</a:t>
              </a:r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7924800" y="55626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12</a:t>
              </a:r>
              <a:endParaRPr lang="en-US" sz="1100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7772400" y="41910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10</a:t>
              </a:r>
              <a:endParaRPr lang="en-US" sz="1100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8686800" y="54864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13</a:t>
              </a:r>
              <a:endParaRPr lang="en-US" sz="1100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7696200" y="28956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5257800" y="30480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6477000" y="29718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6477000" y="22860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2286000" y="32766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7</a:t>
              </a:r>
              <a:endParaRPr lang="en-US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2362200" y="45720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</a:t>
              </a:r>
              <a:endParaRPr lang="en-US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8686800" y="28956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2438400" y="59436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11</a:t>
              </a:r>
              <a:endParaRPr lang="en-US" sz="1200" dirty="0"/>
            </a:p>
          </p:txBody>
        </p:sp>
        <p:cxnSp>
          <p:nvCxnSpPr>
            <p:cNvPr id="27" name="Straight Arrow Connector 26"/>
            <p:cNvCxnSpPr>
              <a:stCxn id="17" idx="2"/>
              <a:endCxn id="9" idx="6"/>
            </p:cNvCxnSpPr>
            <p:nvPr/>
          </p:nvCxnSpPr>
          <p:spPr>
            <a:xfrm rot="10800000">
              <a:off x="8153400" y="3124200"/>
              <a:ext cx="533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9" idx="2"/>
            </p:cNvCxnSpPr>
            <p:nvPr/>
          </p:nvCxnSpPr>
          <p:spPr>
            <a:xfrm rot="10800000" flipV="1">
              <a:off x="6934200" y="3124200"/>
              <a:ext cx="762000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>
              <a:off x="7582694" y="3772694"/>
              <a:ext cx="83661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endCxn id="6" idx="0"/>
            </p:cNvCxnSpPr>
            <p:nvPr/>
          </p:nvCxnSpPr>
          <p:spPr>
            <a:xfrm rot="16200000" flipH="1">
              <a:off x="7658894" y="5068094"/>
              <a:ext cx="912812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9" idx="6"/>
            </p:cNvCxnSpPr>
            <p:nvPr/>
          </p:nvCxnSpPr>
          <p:spPr>
            <a:xfrm flipV="1">
              <a:off x="2895600" y="5791200"/>
              <a:ext cx="50292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5" idx="5"/>
              <a:endCxn id="16" idx="2"/>
            </p:cNvCxnSpPr>
            <p:nvPr/>
          </p:nvCxnSpPr>
          <p:spPr>
            <a:xfrm rot="16200000" flipH="1">
              <a:off x="1685645" y="4124044"/>
              <a:ext cx="219355" cy="113375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7" idx="2"/>
              <a:endCxn id="16" idx="6"/>
            </p:cNvCxnSpPr>
            <p:nvPr/>
          </p:nvCxnSpPr>
          <p:spPr>
            <a:xfrm rot="10800000" flipV="1">
              <a:off x="2819400" y="4419600"/>
              <a:ext cx="4953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endCxn id="16" idx="0"/>
            </p:cNvCxnSpPr>
            <p:nvPr/>
          </p:nvCxnSpPr>
          <p:spPr>
            <a:xfrm rot="16200000" flipH="1">
              <a:off x="2134394" y="4115594"/>
              <a:ext cx="836612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endCxn id="19" idx="0"/>
            </p:cNvCxnSpPr>
            <p:nvPr/>
          </p:nvCxnSpPr>
          <p:spPr>
            <a:xfrm rot="16200000" flipH="1">
              <a:off x="2172494" y="5449094"/>
              <a:ext cx="912812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19" idx="2"/>
            </p:cNvCxnSpPr>
            <p:nvPr/>
          </p:nvCxnSpPr>
          <p:spPr>
            <a:xfrm rot="16200000" flipH="1">
              <a:off x="953294" y="4687094"/>
              <a:ext cx="1522412" cy="14478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endCxn id="8" idx="2"/>
            </p:cNvCxnSpPr>
            <p:nvPr/>
          </p:nvCxnSpPr>
          <p:spPr>
            <a:xfrm flipV="1">
              <a:off x="8382000" y="5715000"/>
              <a:ext cx="304800" cy="777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11" idx="2"/>
              <a:endCxn id="10" idx="6"/>
            </p:cNvCxnSpPr>
            <p:nvPr/>
          </p:nvCxnSpPr>
          <p:spPr>
            <a:xfrm rot="10800000" flipV="1">
              <a:off x="5715000" y="3200400"/>
              <a:ext cx="762000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endCxn id="15" idx="6"/>
            </p:cNvCxnSpPr>
            <p:nvPr/>
          </p:nvCxnSpPr>
          <p:spPr>
            <a:xfrm rot="10800000" flipV="1">
              <a:off x="2743200" y="3278188"/>
              <a:ext cx="2514600" cy="22701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endCxn id="5" idx="7"/>
            </p:cNvCxnSpPr>
            <p:nvPr/>
          </p:nvCxnSpPr>
          <p:spPr>
            <a:xfrm rot="10800000" flipV="1">
              <a:off x="1228446" y="3506787"/>
              <a:ext cx="1057555" cy="75116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11" idx="0"/>
              <a:endCxn id="13" idx="4"/>
            </p:cNvCxnSpPr>
            <p:nvPr/>
          </p:nvCxnSpPr>
          <p:spPr>
            <a:xfrm rot="5400000" flipH="1" flipV="1">
              <a:off x="6591300" y="28575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13" idx="2"/>
              <a:endCxn id="10" idx="0"/>
            </p:cNvCxnSpPr>
            <p:nvPr/>
          </p:nvCxnSpPr>
          <p:spPr>
            <a:xfrm rot="10800000" flipV="1">
              <a:off x="5486400" y="2514600"/>
              <a:ext cx="990600" cy="5334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13" idx="2"/>
              <a:endCxn id="15" idx="0"/>
            </p:cNvCxnSpPr>
            <p:nvPr/>
          </p:nvCxnSpPr>
          <p:spPr>
            <a:xfrm rot="10800000" flipV="1">
              <a:off x="2514600" y="2514600"/>
              <a:ext cx="3962400" cy="7620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 Data: Edge Specs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14400" y="1447800"/>
          <a:ext cx="777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type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Road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String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List of </a:t>
                      </a:r>
                      <a:r>
                        <a:rPr lang="en-US" dirty="0" err="1" smtClean="0"/>
                        <a:t>x,y</a:t>
                      </a:r>
                      <a:r>
                        <a:rPr lang="en-US" dirty="0" smtClean="0"/>
                        <a:t> coordinates of road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Array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Bus</a:t>
                      </a:r>
                      <a:r>
                        <a:rPr lang="en-US" baseline="0" dirty="0" smtClean="0"/>
                        <a:t> stop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Linked list of </a:t>
                      </a:r>
                      <a:r>
                        <a:rPr lang="en-US" dirty="0" err="1" smtClean="0"/>
                        <a:t>x,y</a:t>
                      </a:r>
                      <a:r>
                        <a:rPr lang="en-US" dirty="0" smtClean="0"/>
                        <a:t> coordinates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990600" y="3200400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lvl="0">
              <a:spcBef>
                <a:spcPct val="0"/>
              </a:spcBef>
            </a:pPr>
            <a:r>
              <a:rPr kumimoji="0" lang="en-US" sz="40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Road Data: </a:t>
            </a:r>
            <a:r>
              <a:rPr lang="en-US" sz="4000" dirty="0" smtClean="0"/>
              <a:t>Vertices Spec</a:t>
            </a:r>
            <a:endParaRPr kumimoji="0" lang="en-US" sz="4000" b="0" i="0" u="none" strike="noStrike" kern="1200" cap="none" spc="-10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95400" y="3917160"/>
            <a:ext cx="7772400" cy="8834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/>
              <a:buChar char=""/>
              <a:tabLst/>
              <a:defRPr/>
            </a:pPr>
            <a:r>
              <a:rPr kumimoji="0" lang="en-US" sz="3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Coordinate </a:t>
            </a: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/>
              <a:buChar char=""/>
              <a:tabLst/>
              <a:defRPr/>
            </a:pP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/>
              <a:buChar char="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990600" y="4648200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100" normalizeH="0" baseline="0" noProof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Bus Stop</a:t>
            </a:r>
            <a:endParaRPr kumimoji="0" lang="en-US" sz="4000" b="0" i="0" u="none" strike="noStrike" kern="1200" cap="none" spc="-10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371600" y="5410200"/>
            <a:ext cx="6248400" cy="1143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/>
              <a:buChar char=""/>
              <a:tabLst/>
              <a:defRPr/>
            </a:pPr>
            <a:r>
              <a:rPr kumimoji="0" lang="en-US" sz="3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coordinate on the road</a:t>
            </a: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/>
              <a:buChar char=""/>
              <a:tabLst/>
              <a:defRPr/>
            </a:pPr>
            <a:r>
              <a:rPr kumimoji="0" lang="en-US" sz="3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coordinate of bus stop image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7772400" cy="1416840"/>
          </a:xfrm>
        </p:spPr>
        <p:txBody>
          <a:bodyPr>
            <a:normAutofit/>
          </a:bodyPr>
          <a:lstStyle/>
          <a:p>
            <a:r>
              <a:rPr lang="en-US" dirty="0" smtClean="0"/>
              <a:t>Route Id</a:t>
            </a:r>
          </a:p>
          <a:p>
            <a:r>
              <a:rPr lang="en-US" dirty="0" smtClean="0"/>
              <a:t>Linked List  of  road edge and vertices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14400" y="3200400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Traffic Light</a:t>
            </a:r>
            <a:endParaRPr kumimoji="0" lang="en-US" sz="4000" b="0" i="0" u="none" strike="noStrike" kern="1200" cap="none" spc="-10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66800" y="4114800"/>
            <a:ext cx="7772400" cy="2209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/>
              <a:buChar char=""/>
              <a:tabLst/>
              <a:defRPr/>
            </a:pPr>
            <a:r>
              <a:rPr lang="en-US" sz="3000" dirty="0" smtClean="0"/>
              <a:t>Traffic light ID</a:t>
            </a: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11480" lvl="0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/>
            </a:pPr>
            <a:r>
              <a:rPr lang="en-US" sz="3000" dirty="0" err="1" smtClean="0"/>
              <a:t>X,y</a:t>
            </a:r>
            <a:r>
              <a:rPr lang="en-US" sz="3000" dirty="0" smtClean="0"/>
              <a:t> coordinate on the road</a:t>
            </a:r>
          </a:p>
          <a:p>
            <a:pPr marL="411480" lvl="0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/>
            </a:pPr>
            <a:r>
              <a:rPr lang="en-US" sz="3000" dirty="0" err="1" smtClean="0"/>
              <a:t>X,y</a:t>
            </a:r>
            <a:r>
              <a:rPr lang="en-US" sz="3000" dirty="0" smtClean="0"/>
              <a:t> coordinate of bus stop </a:t>
            </a:r>
            <a:r>
              <a:rPr lang="en-US" sz="3000" dirty="0" smtClean="0"/>
              <a:t>image</a:t>
            </a:r>
          </a:p>
          <a:p>
            <a:pPr marL="411480" lvl="0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/>
            </a:pPr>
            <a:r>
              <a:rPr lang="en-US" sz="3000" dirty="0" smtClean="0"/>
              <a:t>Type of  traffic light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Questions for me?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235</TotalTime>
  <Words>240</Words>
  <Application>Microsoft Office PowerPoint</Application>
  <PresentationFormat>On-screen Show (4:3)</PresentationFormat>
  <Paragraphs>76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Metro</vt:lpstr>
      <vt:lpstr>City Map Editor</vt:lpstr>
      <vt:lpstr>Map Selection</vt:lpstr>
      <vt:lpstr>Map Specifications</vt:lpstr>
      <vt:lpstr>Bus access Route &amp; Direction</vt:lpstr>
      <vt:lpstr>Sample Simulation View</vt:lpstr>
      <vt:lpstr>Legend</vt:lpstr>
      <vt:lpstr>Data Dictionary</vt:lpstr>
      <vt:lpstr>Road Data: Graph Object</vt:lpstr>
      <vt:lpstr>Road Data: Graphical Representation</vt:lpstr>
      <vt:lpstr>Road Data: Edge Specs</vt:lpstr>
      <vt:lpstr>Route</vt:lpstr>
      <vt:lpstr>Questions for me?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Map Editor</dc:title>
  <dc:creator>Kaisheng</dc:creator>
  <cp:lastModifiedBy>Kaisheng</cp:lastModifiedBy>
  <cp:revision>27</cp:revision>
  <dcterms:created xsi:type="dcterms:W3CDTF">2009-01-31T08:30:25Z</dcterms:created>
  <dcterms:modified xsi:type="dcterms:W3CDTF">2009-01-31T14:39:39Z</dcterms:modified>
</cp:coreProperties>
</file>